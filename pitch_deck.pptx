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01200" y="-457200"/>
            <a:ext cx="2560320" cy="2560320"/>
          </a:xfrm>
          <a:prstGeom prst="roundRect">
            <a:avLst>
              <a:gd name="adj" fmla="val 50000"/>
            </a:avLst>
          </a:prstGeom>
          <a:solidFill>
            <a:srgbClr val="2C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731520" y="5029200"/>
            <a:ext cx="2286000" cy="2286000"/>
          </a:xfrm>
          <a:prstGeom prst="roundRect">
            <a:avLst>
              <a:gd name="adj" fmla="val 50000"/>
            </a:avLst>
          </a:prstGeom>
          <a:solidFill>
            <a:srgbClr val="2C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371600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C1917"/>
                </a:solidFill>
              </a:rPr>
              <a:t>AI x WEB3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</a:rPr>
              <a:t>Contextd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246120"/>
            <a:ext cx="384048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290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BBF24"/>
                </a:solidFill>
              </a:rPr>
              <a:t>Persistent, verifiable memory layer for AI agents on Ethereum — no more stateless sessions.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8716C"/>
                </a:solidFill>
              </a:rPr>
              <a:t>Built by Founded by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93776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2C241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93776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</a:rPr>
              <a:t>Ethereum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493776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2C2418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493776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97706"/>
                </a:solidFill>
              </a:rPr>
              <a:t>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AI agents
forget
everything.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65760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716C"/>
                </a:solidFill>
              </a:rPr>
              <a:t>Every new session starts from zero.
No memory. No continuity. No trust.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45720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1917"/>
                </a:solidFill>
              </a:rPr>
              <a:t>Why this is a critical gap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005840"/>
            <a:ext cx="22860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54880" y="1234440"/>
            <a:ext cx="694944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19472" y="139903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60" y="1325880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917"/>
                </a:solidFill>
              </a:rPr>
              <a:t>Stateless by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9472" y="1673352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8716C"/>
                </a:solidFill>
              </a:rPr>
              <a:t>LLM agents have zero native persistence. Each session is isolated — context from yesterday's run is inaccessible today, forcing agents to re-derive knowledge they already computed, burning tokens and compute.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715768"/>
            <a:ext cx="694944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19472" y="288036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2807208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917"/>
                </a:solidFill>
              </a:rPr>
              <a:t>Centralized memory = single point of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315468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8716C"/>
                </a:solidFill>
              </a:rPr>
              <a:t>Existing solutions (Redis, Postgres, vendor APIs) store agent memory off-chain in proprietary silos. There is no cryptographic proof that memory has not been tampered with, and no way for a co-agent to trustlessly verify context.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4197096"/>
            <a:ext cx="694944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19472" y="436168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4288536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917"/>
                </a:solidFill>
              </a:rPr>
              <a:t>Cross-agent collaboration is impossible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9472" y="4636008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8716C"/>
                </a:solidFill>
              </a:rPr>
              <a:t>Multi-agent pipelines cannot share verified context. Agent A cannot prove to Agent B what it previously learned — they are strangers at every handshake, rebuilding shared context from scratch each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1917"/>
                </a:solidFill>
              </a:rPr>
              <a:t>Contextd: Tamper-evident, on-chain memory for AI agents.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5720"/>
          </a:xfrm>
          <a:prstGeom prst="rect">
            <a:avLst/>
          </a:prstGeom>
          <a:solidFill>
            <a:srgbClr val="FFF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713232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6675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C1917"/>
                </a:solidFill>
              </a:rPr>
              <a:t>Contextd is an ERC-7786-compatible memory commitment protocol. AI agents write compressed semantic snapshots as EIP-4844 blob transactions for ~$0.01 per commit. Each snapshot's Merkle root is anchored on-chain via the ContextRegistry contract and signed by the agent's ERC-4337 smart account — creating a tamper-evident, cross-session context trail that any dApp or co-agent can trustlessly query and verify.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508760"/>
            <a:ext cx="3474720" cy="1463040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002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C1917"/>
                </a:solidFill>
              </a:rPr>
              <a:t>~$0.01
per memory commit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377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C1917"/>
                </a:solidFill>
              </a:rPr>
              <a:t>Powered by EIP-4844 blob fees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00400"/>
            <a:ext cx="3630168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337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37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C1917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6499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1917"/>
                </a:solidFill>
              </a:rPr>
              <a:t>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16C"/>
                </a:solidFill>
              </a:rPr>
              <a:t>agent.commitContext() compresses the session's embedding vector into a blob tx. One line of code. No infrastructure to manage.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53127" y="3200400"/>
            <a:ext cx="3630168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36007" y="3337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6007" y="3337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C1917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7" y="336499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1917"/>
                </a:solidFill>
              </a:rPr>
              <a:t>Anchor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7" y="39319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16C"/>
                </a:solidFill>
              </a:rPr>
              <a:t>A Merkle root of the snapshot is stored in the ContextRegistry smart contract — permanently, immutably, on Ethereum.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57615" y="3200400"/>
            <a:ext cx="3630168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40495" y="3337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0495" y="3337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C1917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855" y="336499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1917"/>
                </a:solidFill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0495" y="39319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16C"/>
                </a:solidFill>
              </a:rPr>
              <a:t>Any dApp, co-agent, or downstream consumer can verify context integrity via Merkle proofs — no trust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686800" y="0"/>
            <a:ext cx="3502152" cy="2743200"/>
          </a:xfrm>
          <a:prstGeom prst="roundRect">
            <a:avLst>
              <a:gd name="adj" fmla="val 0"/>
            </a:avLst>
          </a:prstGeom>
          <a:solidFill>
            <a:srgbClr val="2C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2152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Three forces converging
in 2025-2026.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32004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11064240" cy="960120"/>
          </a:xfrm>
          <a:prstGeom prst="roundRect">
            <a:avLst>
              <a:gd name="adj" fmla="val 5000"/>
            </a:avLst>
          </a:prstGeom>
          <a:solidFill>
            <a:srgbClr val="282218"/>
          </a:solidFill>
          <a:ln w="12700">
            <a:solidFill>
              <a:srgbClr val="3C3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73152" cy="9601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505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EIP-4844 is live and cheap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4BCB5"/>
                </a:solidFill>
              </a:rPr>
              <a:t>Proto-danksharding shipped in March 2024 (Dencun upgrade). Blob fees sit at fractions of a cent — a fee structure originally designed for rollup data that fits agent memory snapshots precisely. This window of low fees will not last forever as demand grows.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29000"/>
            <a:ext cx="11064240" cy="960120"/>
          </a:xfrm>
          <a:prstGeom prst="roundRect">
            <a:avLst>
              <a:gd name="adj" fmla="val 5000"/>
            </a:avLst>
          </a:prstGeom>
          <a:solidFill>
            <a:srgbClr val="282218"/>
          </a:solidFill>
          <a:ln w="12700">
            <a:solidFill>
              <a:srgbClr val="3C3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429000"/>
            <a:ext cx="73152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021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Autonomous agents are proliferating 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4BCB5"/>
                </a:solidFill>
              </a:rPr>
              <a:t>LangChain surpassed 100k GitHub stars. LlamaIndex is production-grade. AutoGPT forks are running in enterprise. The agentic stack is mature enough to need infrastructure — but memory infrastructure does not exist at the protocol layer yet.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80560"/>
            <a:ext cx="11064240" cy="960120"/>
          </a:xfrm>
          <a:prstGeom prst="roundRect">
            <a:avLst>
              <a:gd name="adj" fmla="val 5000"/>
            </a:avLst>
          </a:prstGeom>
          <a:solidFill>
            <a:srgbClr val="282218"/>
          </a:solidFill>
          <a:ln w="12700">
            <a:solidFill>
              <a:srgbClr val="3C3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480560"/>
            <a:ext cx="73152" cy="9601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5537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ERC-4337 unlocks programmable agent identity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4BCB5"/>
                </a:solidFill>
              </a:rPr>
              <a:t>Account abstraction is deployed across every major EVM chain. Agents can now have their own smart accounts that sign memory commits — turning context from a side-car blob into a first-class on-chain asset tied to a verifiable identity.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532120"/>
            <a:ext cx="11064240" cy="960120"/>
          </a:xfrm>
          <a:prstGeom prst="roundRect">
            <a:avLst>
              <a:gd name="adj" fmla="val 5000"/>
            </a:avLst>
          </a:prstGeom>
          <a:solidFill>
            <a:srgbClr val="282218"/>
          </a:solidFill>
          <a:ln w="12700">
            <a:solidFill>
              <a:srgbClr val="3C3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532120"/>
            <a:ext cx="73152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6052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Regulatory pressure demands auditability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4BCB5"/>
                </a:solidFill>
              </a:rPr>
              <a:t>The EU AI Act and emerging US frameworks require traceability of AI decision-making. On-chain, Merkle-verified memory gives compliance teams a cryptographic audit trail — turning a developer feature into an enterprise requirement.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1917"/>
                </a:solidFill>
              </a:rPr>
              <a:t>Five features that make Contextd production-ready.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45720"/>
          </a:xfrm>
          <a:prstGeom prst="rect">
            <a:avLst/>
          </a:prstGeom>
          <a:solidFill>
            <a:srgbClr val="FFF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394960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C1917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581912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917"/>
                </a:solidFill>
              </a:rPr>
              <a:t>One-Line SDK Commit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512064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8716C"/>
                </a:solidFill>
              </a:rPr>
              <a:t>agent.commitContext(sessionId, embeddingVector) writes a compressed blob tx and anchors the Merkle root via an ERC-4337 UserOp — no infrastructure setup, no DevOps overhead.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417320"/>
            <a:ext cx="5394960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82512" y="15544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554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C1917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1581912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917"/>
                </a:solidFill>
              </a:rPr>
              <a:t>ContextRegistry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148840"/>
            <a:ext cx="512064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8716C"/>
                </a:solidFill>
              </a:rPr>
              <a:t>On-chain mapping of agent address to latest Merkle root. Queryable by any co-agent or dApp in a single eth_call — trustless context discovery at the protocol layer.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3383280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40690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690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C1917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096511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917"/>
                </a:solidFill>
              </a:rPr>
              <a:t>Merkle Proof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66344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8716C"/>
                </a:solidFill>
              </a:rPr>
              <a:t>REST endpoint returns cryptographic proofs for any retrieved context shard. Downstream consumers validate integrity without re-reading raw blobs — verification in milliseconds.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3931920"/>
            <a:ext cx="3383280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43400" y="40690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40690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C1917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79" y="4096511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917"/>
                </a:solidFill>
              </a:rPr>
              <a:t>Gas Cost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66344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8716C"/>
                </a:solidFill>
              </a:rPr>
              <a:t>Real-time web UI comparing Contextd blob commit costs vs. calldata baseline across thousands of Sepolia sessions. Converts skeptical devs with hard numbers, not promises.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3931920"/>
            <a:ext cx="3776472" cy="2651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01000" y="40690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40690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C1917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4096511"/>
            <a:ext cx="2862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917"/>
                </a:solidFill>
              </a:rPr>
              <a:t>Framework Adapters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4663440"/>
            <a:ext cx="350215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8716C"/>
                </a:solidFill>
              </a:rPr>
              <a:t>Drop-in LangChain TypeScript and LlamaIndex Python middleware adapters. Opt into persistent, verifiable memory with a single config flag — zero architectural rewrites.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1645920"/>
            <a:ext cx="12188952" cy="3657600"/>
          </a:xfrm>
          <a:prstGeom prst="roundRect">
            <a:avLst>
              <a:gd name="adj" fmla="val 0"/>
            </a:avLst>
          </a:prstGeom>
          <a:solidFill>
            <a:srgbClr val="FFF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1917"/>
                </a:solidFill>
              </a:rPr>
              <a:t>From agent session to on-chain, verifiable memory — in three steps.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56032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630168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BBF24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917"/>
                </a:solidFill>
              </a:rPr>
              <a:t>Commit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91840"/>
            <a:ext cx="13716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16C"/>
                </a:solidFill>
              </a:rPr>
              <a:t>The AI agent calls agent.commitContext(sessionId, embeddingVector). The TypeScript SDK compresses the embedding into a blob, constructs an EIP-4844 transaction, and submits it as an ERC-4337 UserOperation signed by the agent's smart account. Cost: ~$0.01.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59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D97706"/>
                </a:solidFill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783080"/>
            <a:ext cx="3630168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874519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BBF24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788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917"/>
                </a:solidFill>
              </a:rPr>
              <a:t>Anchor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44568" y="3291840"/>
            <a:ext cx="13716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342900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16C"/>
                </a:solidFill>
              </a:rPr>
              <a:t>The ContextRegistry Solidity contract receives the Merkle root of the blob snapshot. It maps the agent's address to this root on-chain. The event is emitted, and the Ponder indexer picks it up immediately — making it queryable via REST within seconds.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D97706"/>
                </a:solidFill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74736" y="1783080"/>
            <a:ext cx="3630168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5" y="1874519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BBF24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5" y="2788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1917"/>
                </a:solidFill>
              </a:rPr>
              <a:t>Verify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57615" y="3291840"/>
            <a:ext cx="13716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7615" y="342900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16C"/>
                </a:solidFill>
              </a:rPr>
              <a:t>Any dApp, co-agent, or auditor queries the ContextRegistry for the agent's latest root. The Ponder REST API returns the relevant memory shard plus a Merkle proof. The consumer verifies the proof locally — no trust in any intermediary required.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8716C"/>
                </a:solidFill>
              </a:rPr>
              <a:t>Blob data remains available for 18 days (EIP-4844 window). For long-term archival, IPFS/Filecoin pinning runs automatically beyond the window.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TRACTION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Prototype live on Sepolia. Real numbers, real costs.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7432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560320" cy="2011680"/>
          </a:xfrm>
          <a:prstGeom prst="roundRect">
            <a:avLst>
              <a:gd name="adj" fmla="val 8000"/>
            </a:avLst>
          </a:prstGeom>
          <a:solidFill>
            <a:srgbClr val="28221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D97706"/>
                </a:solidFill>
              </a:rPr>
              <a:t>~$0.01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4BCB5"/>
                </a:solidFill>
              </a:rPr>
              <a:t>cost per memory commit on Sepolia using EIP-4844 blob transactions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645920"/>
            <a:ext cx="2560320" cy="2011680"/>
          </a:xfrm>
          <a:prstGeom prst="roundRect">
            <a:avLst>
              <a:gd name="adj" fmla="val 8000"/>
            </a:avLst>
          </a:prstGeom>
          <a:solidFill>
            <a:srgbClr val="282218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4992" y="18288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BBF24"/>
                </a:solidFill>
              </a:rPr>
              <a:t>&lt;200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26517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4BCB5"/>
                </a:solidFill>
              </a:rPr>
              <a:t>lines of Solidity in ContextRegistry — auditable, minimal, production-focused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645920"/>
            <a:ext cx="2560320" cy="2011680"/>
          </a:xfrm>
          <a:prstGeom prst="roundRect">
            <a:avLst>
              <a:gd name="adj" fmla="val 8000"/>
            </a:avLst>
          </a:prstGeom>
          <a:solidFill>
            <a:srgbClr val="28221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18288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D97706"/>
                </a:solidFill>
              </a:rPr>
              <a:t>18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26517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4BCB5"/>
                </a:solidFill>
              </a:rPr>
              <a:t>EIP-4844 data availability window — long enough for any agent session lifecycle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7696" y="1645920"/>
            <a:ext cx="2560320" cy="2011680"/>
          </a:xfrm>
          <a:prstGeom prst="roundRect">
            <a:avLst>
              <a:gd name="adj" fmla="val 8000"/>
            </a:avLst>
          </a:prstGeom>
          <a:solidFill>
            <a:srgbClr val="282218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18288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BBF24"/>
                </a:solidFill>
              </a:rPr>
              <a:t>1 flag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4856" y="26517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C4BCB5"/>
                </a:solidFill>
              </a:rPr>
              <a:t>single config change needed in LangChain to enable persistent, verifiable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Key prototype milestones achieved: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55371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4805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BCB5"/>
                </a:solidFill>
              </a:rPr>
              <a:t>ContextRegistry deployed to Sepolia — agent address -&gt; Merkle root mapping live and queryable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96519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8920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BCB5"/>
                </a:solidFill>
              </a:rPr>
              <a:t>EIP-4844 blob tx construction verified end-to-end: embedding -&gt; blob -&gt; UserOp -&gt; chain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7667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3035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BCB5"/>
                </a:solidFill>
              </a:rPr>
              <a:t>Ponder indexer tracking ContextRegistry events with REST Merkle proof endpoint functional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78815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7150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BCB5"/>
                </a:solidFill>
              </a:rPr>
              <a:t>LangChain adapter prototype: opt-in persistent memory with zero pipeline changes confirmed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1917"/>
                </a:solidFill>
              </a:rPr>
              <a:t>Built on battle-tested Ethereum primitives.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1064240" cy="45720"/>
          </a:xfrm>
          <a:prstGeom prst="rect">
            <a:avLst/>
          </a:prstGeom>
          <a:solidFill>
            <a:srgbClr val="FFF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91440" cy="85953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996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BBF24"/>
                </a:solidFill>
              </a:rPr>
              <a:t>AGENT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917"/>
                </a:solidFill>
              </a:rPr>
              <a:t>  LangChain TypeScript SDK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02536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917"/>
                </a:solidFill>
              </a:rPr>
              <a:t>  LlamaIndex Python SDK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14016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14016"/>
            <a:ext cx="91440" cy="85953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505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</a:rPr>
              <a:t>SDK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06624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917"/>
                </a:solidFill>
              </a:rPr>
              <a:t>  viem / ethers.js (blob tx construction)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53512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917"/>
                </a:solidFill>
              </a:rPr>
              <a:t>  TypeScript agent.commitContext() SDK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64992"/>
            <a:ext cx="5669280" cy="1115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64992"/>
            <a:ext cx="91440" cy="11155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4015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</a:rPr>
              <a:t>PROTOCOL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657600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917"/>
                </a:solidFill>
              </a:rPr>
              <a:t>  EIP-4844 blob transactions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04487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917"/>
                </a:solidFill>
              </a:rPr>
              <a:t>  ERC-4337 UserOperations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51376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917"/>
                </a:solidFill>
              </a:rPr>
              <a:t>  ERC-7786 cross-chain interface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72000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572000"/>
            <a:ext cx="91440" cy="85953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6085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B6CB0"/>
                </a:solidFill>
              </a:rPr>
              <a:t>CONTRACT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864608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917"/>
                </a:solidFill>
              </a:rPr>
              <a:t>  Solidity 0.8.x ContextRegistry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111496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917"/>
                </a:solidFill>
              </a:rPr>
              <a:t>  Merkle Patricia Tries (proofs)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976"/>
            <a:ext cx="566928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78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522976"/>
            <a:ext cx="91440" cy="859536"/>
          </a:xfrm>
          <a:prstGeom prst="rect">
            <a:avLst/>
          </a:prstGeom>
          <a:solidFill>
            <a:srgbClr val="78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5595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8716C"/>
                </a:solidFill>
              </a:rPr>
              <a:t>INFRA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815584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917"/>
                </a:solidFill>
              </a:rPr>
              <a:t>  Ponder TypeScript indexer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062472"/>
            <a:ext cx="5303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917"/>
                </a:solidFill>
              </a:rPr>
              <a:t>  IPFS / Filecoin archival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1917"/>
                </a:solidFill>
              </a:rPr>
              <a:t>All components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18288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716C"/>
                </a:solidFill>
              </a:rPr>
              <a:t>Purpose-built primitives with production track records on mainnet Ethereum.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0" y="2514600"/>
            <a:ext cx="4494276" cy="34747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2514600"/>
            <a:ext cx="44942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C1917"/>
                </a:solidFill>
              </a:rPr>
              <a:t>EIP-4844 blob transactions (proto-danksharding)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75120" y="2990088"/>
            <a:ext cx="4320540" cy="34747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2990088"/>
            <a:ext cx="43205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C1917"/>
                </a:solidFill>
              </a:rPr>
              <a:t>ERC-4337 account abstraction / UserOperations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0" y="3465576"/>
            <a:ext cx="3886200" cy="34747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3465576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C1917"/>
                </a:solidFill>
              </a:rPr>
              <a:t>ERC-7786 cross-chain messaging interface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75120" y="3941064"/>
            <a:ext cx="3973068" cy="34747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3941064"/>
            <a:ext cx="39730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C1917"/>
                </a:solidFill>
              </a:rPr>
              <a:t>Solidity 0.8.x (ContextRegistry contract)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75120" y="4416552"/>
            <a:ext cx="4572000" cy="34747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44165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C1917"/>
                </a:solidFill>
              </a:rPr>
              <a:t>Merkle Patricia Tries (snapshot integrity proofs)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75120" y="4892040"/>
            <a:ext cx="3538728" cy="34747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4892040"/>
            <a:ext cx="35387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Ponder (TypeScript on-chain indexer)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5367527"/>
            <a:ext cx="3886200" cy="347472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5367527"/>
            <a:ext cx="3886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IPFS / Filecoin (blob overflow archival)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75120" y="5843015"/>
            <a:ext cx="4320540" cy="34747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0" y="5843015"/>
            <a:ext cx="43205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C1917"/>
                </a:solidFill>
              </a:rPr>
              <a:t>LangChain TypeScript SDK (middleware adapter)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75120" y="6318503"/>
            <a:ext cx="4059936" cy="34747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0" y="6318503"/>
            <a:ext cx="40599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C1917"/>
                </a:solidFill>
              </a:rPr>
              <a:t>LlamaIndex Python SDK (middleware adapter)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75120" y="6793991"/>
            <a:ext cx="4572000" cy="34747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5120" y="6793991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C1917"/>
                </a:solidFill>
              </a:rPr>
              <a:t>viem / ethers.js (blob transaction construction)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1917"/>
                </a:solidFill>
              </a:rPr>
              <a:t>From Sepolia prototype to Ethereum mainnet.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920240" y="12527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C1917"/>
                </a:solidFill>
              </a:rPr>
              <a:t>Q1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19" y="201168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19" y="201168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C1917"/>
                </a:solidFill>
              </a:rPr>
              <a:t>COMPLETE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23160"/>
            <a:ext cx="36576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146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</a:rPr>
              <a:t>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889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917"/>
                </a:solidFill>
              </a:rPr>
              <a:t>Deliver a working prototype of the core commit/verify flow on Ethereum Sepolia testnet.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611880"/>
            <a:ext cx="3291840" cy="36576"/>
          </a:xfrm>
          <a:prstGeom prst="rect">
            <a:avLst/>
          </a:prstGeom>
          <a:solidFill>
            <a:srgbClr val="FFF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</a:rPr>
              <a:t>Deliverables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9651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023360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716C"/>
                </a:solidFill>
              </a:rPr>
              <a:t>ContextRegistry Solidity contract (under 200 lines) with agent address → Merkle root mapping, deployed to Sepolia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365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663440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716C"/>
                </a:solidFill>
              </a:rPr>
              <a:t>TypeScript SDK function agent.commitContext(sessionId, embeddingVector) that constructs an EIP-4844 blob transaction and submits it via an ERC-4337 UserOp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7667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303520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716C"/>
                </a:solidFill>
              </a:rPr>
              <a:t>Ponder-based indexer that tracks ContextRegistry events and exposes a REST endpoint for Merkle proof retrieval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12527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1554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C1917"/>
                </a:solidFill>
              </a:rPr>
              <a:t>Q2 2026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201168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201168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C1917"/>
                </a:solidFill>
              </a:rPr>
              <a:t>IN PROGRESS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2423160"/>
            <a:ext cx="36576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25146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</a:rPr>
              <a:t>Goal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7889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917"/>
                </a:solidFill>
              </a:rPr>
              <a:t>Release public developer beta with LangChain and LlamaIndex adapters and a gas cost benchmarking dashboard.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3611880"/>
            <a:ext cx="3291840" cy="36576"/>
          </a:xfrm>
          <a:prstGeom prst="rect">
            <a:avLst/>
          </a:prstGeom>
          <a:solidFill>
            <a:srgbClr val="FFF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3703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</a:rPr>
              <a:t>Deliverables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409651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4023360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716C"/>
                </a:solidFill>
              </a:rPr>
              <a:t>LangChain TypeScript middleware adapter enabling opt-in Contextd memory with a single configuration flag in existing agent chains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47365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0600" y="4663440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716C"/>
                </a:solidFill>
              </a:rPr>
              <a:t>LlamaIndex Python adapter providing a ContextdMemoryStore class compatible with LlamaIndex's storage interface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537667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0" y="5303520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716C"/>
                </a:solidFill>
              </a:rPr>
              <a:t>Gas dashboard web UI comparing cost-per-session for Contextd blob commits versus raw calldata baseline across 10,000 sampled Sepolia sessions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01200" y="12527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78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1554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C1917"/>
                </a:solidFill>
              </a:rPr>
              <a:t>Q3 2026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69680" y="201168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78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9680" y="201168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UPCOMING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0" y="2423160"/>
            <a:ext cx="36576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87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0" y="25146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8716C"/>
                </a:solidFill>
              </a:rPr>
              <a:t>Goal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27889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1917"/>
                </a:solidFill>
              </a:rPr>
              <a:t>Launch on Ethereum mainnet with IPFS archival for long-term blob overflow and support for multi-agent context sharing.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12480" y="3611880"/>
            <a:ext cx="3291840" cy="36576"/>
          </a:xfrm>
          <a:prstGeom prst="rect">
            <a:avLst/>
          </a:prstGeom>
          <a:solidFill>
            <a:srgbClr val="FFF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0" y="3703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8716C"/>
                </a:solidFill>
              </a:rPr>
              <a:t>Deliverables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12480" y="409651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8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41080" y="4023360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716C"/>
                </a:solidFill>
              </a:rPr>
              <a:t>Mainnet deployment of ContextRegistry with IPFS/Filecoin archival pipeline that pins blob data beyond the 18-day EIP-4844 availability window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12480" y="47365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8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41080" y="4663440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716C"/>
                </a:solidFill>
              </a:rPr>
              <a:t>Co-agent query interface allowing a second ERC-4337 smart account to trustlessly read and verify another agent's committed context root on-chain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12480" y="537667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8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41080" y="5303520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716C"/>
                </a:solidFill>
              </a:rPr>
              <a:t>Developer documentation site with end-to-end integration guides, gas cost tables, and audited contract source published on GitHub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0" y="-914400"/>
            <a:ext cx="6400800" cy="8686800"/>
          </a:xfrm>
          <a:prstGeom prst="roundRect">
            <a:avLst>
              <a:gd name="adj" fmla="val 15000"/>
            </a:avLst>
          </a:prstGeom>
          <a:solidFill>
            <a:srgbClr val="2C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</a:rPr>
              <a:t>BUILD THE MEMORY
LAYER FOR AI.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017520"/>
            <a:ext cx="411480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7132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4BCB5"/>
                </a:solidFill>
              </a:rPr>
              <a:t>Contextd makes AI agents trustworthy participants in the on-chain economy — persistent, verifiable, composable. We are looking for early developer partners, protocol integrations, and infrastructure investors who believe autonomous agents need a memory layer as robust as the chains they run 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BBF24"/>
                </a:solidFill>
              </a:rPr>
              <a:t>"Persistent, verifiable memory layer for AI agents on Ethereum — no more stateless sessions."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440680"/>
            <a:ext cx="2560320" cy="5029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4406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C1917"/>
                </a:solidFill>
              </a:rPr>
              <a:t>Try the SDK on Sepolia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544068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282218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54406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</a:rPr>
              <a:t>Read the 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860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D97706"/>
                </a:solidFill>
              </a:rPr>
              <a:t>Contextd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47472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4BCB5"/>
                </a:solidFill>
              </a:rPr>
              <a:t>Persistent memory. Verifiable context.
Trustless AI agents.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4389120"/>
            <a:ext cx="274320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45262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8716C"/>
                </a:solidFill>
              </a:rPr>
              <a:t>Built by Founded by 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507492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2C241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5074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</a:rPr>
              <a:t>Ethereum Mainnet  |  Q3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